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t1+eHFd4dGOnjNsI5gqaCNJcQ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405830" y="1181100"/>
            <a:ext cx="18106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90600" y="2692003"/>
            <a:ext cx="1793748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2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0"/>
              <a:buFont typeface="Arial"/>
              <a:buNone/>
            </a:pPr>
            <a:r>
              <a:rPr b="1" i="0" lang="en-US" sz="19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SIREMA</a:t>
            </a:r>
            <a:endParaRPr b="0" i="0" sz="1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90600" y="5149453"/>
            <a:ext cx="1255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web para el control de mantenciones y revisiones periódicas del material menor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90600" y="6425803"/>
            <a:ext cx="17937480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Octava Compañía del Cuerpo de Bomberos de Talcahuano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90600" y="7380089"/>
            <a:ext cx="163068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90600" y="7818239"/>
            <a:ext cx="11135618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90600" y="8292554"/>
            <a:ext cx="11135618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90600" y="8766870"/>
            <a:ext cx="11135618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Grupo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90600" y="9241185"/>
            <a:ext cx="11135618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Duoc UC, Sede San Andrés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2195810" y="8686800"/>
            <a:ext cx="510159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duoc.cl/normasgraficas/normasgraficas/marca-duoc/6logo-fondo-transparente/fondo-transparente.png" id="27" name="Google Shape;2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425" y="734150"/>
            <a:ext cx="4136600" cy="8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12175" y="451150"/>
            <a:ext cx="2642300" cy="1802825"/>
          </a:xfrm>
          <a:prstGeom prst="rect">
            <a:avLst/>
          </a:prstGeom>
          <a:solidFill>
            <a:srgbClr val="141414"/>
          </a:solidFill>
          <a:ln>
            <a:noFill/>
          </a:ln>
        </p:spPr>
      </p:pic>
      <p:pic>
        <p:nvPicPr>
          <p:cNvPr id="29" name="Google Shape;29;p1" title="DSC00086.png"/>
          <p:cNvPicPr preferRelativeResize="0"/>
          <p:nvPr/>
        </p:nvPicPr>
        <p:blipFill rotWithShape="1">
          <a:blip r:embed="rId5">
            <a:alphaModFix/>
          </a:blip>
          <a:srcRect b="21711" l="0" r="3855" t="28414"/>
          <a:stretch/>
        </p:blipFill>
        <p:spPr>
          <a:xfrm>
            <a:off x="11040800" y="7316625"/>
            <a:ext cx="6796948" cy="2349974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990600" y="2105025"/>
            <a:ext cx="14716125" cy="13980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SIREMA es una aplicación web de despliegue local que controla las mantenciones y revisiones periódicas del material menor de la Octava Compañía, dejando registro trazable de cada revisión y de su responsable.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90600" y="3941266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61331" y="3922216"/>
            <a:ext cx="3131463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Problemática actual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858000" y="3941266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228731" y="3922216"/>
            <a:ext cx="3503578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Alcance y limitaciones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90600" y="4628852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61331" y="4609802"/>
            <a:ext cx="3513564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58000" y="4628852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228731" y="4609802"/>
            <a:ext cx="4121750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Metodología y tecnologías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90600" y="5316438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361331" y="5297388"/>
            <a:ext cx="2576810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58000" y="5316438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28731" y="5297388"/>
            <a:ext cx="1988269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90600" y="6004024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361331" y="5984974"/>
            <a:ext cx="3369499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858000" y="6004024"/>
            <a:ext cx="2564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228731" y="5984974"/>
            <a:ext cx="2595637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Comentario final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90600" y="8982075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7036653" y="9324975"/>
            <a:ext cx="3369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2" title="DSC0008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4781" y="3608241"/>
            <a:ext cx="6632719" cy="4420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Problemática actual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990600" y="2238375"/>
            <a:ext cx="133350" cy="1333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352550" y="2105025"/>
            <a:ext cx="10301288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compañía opera equipos críticos y delicados: motores de combustión, equipos de medición de gases y herramientas de rescate.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90600" y="3289697"/>
            <a:ext cx="133350" cy="1333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352550" y="3156347"/>
            <a:ext cx="10301288" cy="1272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Por norma y por seguridad, esos equipos deben revisarse periódicamente: encenderlos, medir su estado, verificar niveles y dejar constancia del resultado.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90600" y="4752380"/>
            <a:ext cx="133350" cy="1333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352550" y="4619030"/>
            <a:ext cx="8147566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Hoy esas revisiones se realizan de memoria o en papel.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90600" y="5335191"/>
            <a:ext cx="10363200" cy="2053233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333500" y="5639991"/>
            <a:ext cx="996772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existe un calendario, no queda registro de quién revisó ni con qué resultado.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333500" y="6672263"/>
            <a:ext cx="10645140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Una falla puede descubrirse recién durante la emergencia.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1882438" y="1249950"/>
            <a:ext cx="5334000" cy="40449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2201525" y="5294858"/>
            <a:ext cx="5003483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        “Detector de gases”</a:t>
            </a:r>
            <a:endParaRPr sz="1800">
              <a:solidFill>
                <a:srgbClr val="6B6B6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Equipo crítico</a:t>
            </a:r>
            <a:endParaRPr sz="1800">
              <a:solidFill>
                <a:srgbClr val="6B6B6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963400" y="6378625"/>
            <a:ext cx="5334000" cy="226055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2711788" y="8845609"/>
            <a:ext cx="50034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     “Inventario Actual”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90600" y="8982075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7035314" y="9324975"/>
            <a:ext cx="3382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3475" y="6439424"/>
            <a:ext cx="4300291" cy="21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2063" y="1540199"/>
            <a:ext cx="3942400" cy="34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90600" y="2028825"/>
            <a:ext cx="14912340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Una aplicación web responsiva, de diseño mobile-first, desplegada en un servidor local del cuartel y operable sin conexión permanente a internet.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90600" y="3225105"/>
            <a:ext cx="3856434" cy="3330476"/>
          </a:xfrm>
          <a:prstGeom prst="rect">
            <a:avLst/>
          </a:prstGeom>
          <a:noFill/>
          <a:ln cap="flat" cmpd="sng" w="9525">
            <a:solidFill>
              <a:srgbClr val="8E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266825" y="3482280"/>
            <a:ext cx="36343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Usuarios y accesos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266825" y="3958530"/>
            <a:ext cx="3403104" cy="104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Cada bombero tiene usuario propio y las funciones se restringen según su rol.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847034" y="4871293"/>
            <a:ext cx="342900" cy="381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189934" y="3225105"/>
            <a:ext cx="3856434" cy="3330476"/>
          </a:xfrm>
          <a:prstGeom prst="rect">
            <a:avLst/>
          </a:prstGeom>
          <a:noFill/>
          <a:ln cap="flat" cmpd="sng" w="9525">
            <a:solidFill>
              <a:srgbClr val="8E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466159" y="3482280"/>
            <a:ext cx="36343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66159" y="3958530"/>
            <a:ext cx="3403104" cy="17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Cada elemento se identifica por su código institucional único y su ubicación en carro y cajonera, con registro de sus movimientos.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046369" y="4871293"/>
            <a:ext cx="342900" cy="381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389269" y="3225105"/>
            <a:ext cx="4517231" cy="3330476"/>
          </a:xfrm>
          <a:prstGeom prst="rect">
            <a:avLst/>
          </a:prstGeom>
          <a:noFill/>
          <a:ln cap="flat" cmpd="sng" w="9525">
            <a:solidFill>
              <a:srgbClr val="8E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9665494" y="3482280"/>
            <a:ext cx="43612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Revisiones periódicas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665494" y="3958530"/>
            <a:ext cx="4083725" cy="2377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 define para cada equipo un plan de control con su frecuencia, se asigna a un bombero responsable y se ejecuta como lista de verificación con resultado conforme, observación o falla, valores medidos y observaciones.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90600" y="6959203"/>
            <a:ext cx="12915900" cy="1718072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295400" y="7225903"/>
            <a:ext cx="135369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Resultado para la compañía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295400" y="7664053"/>
            <a:ext cx="12675489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Historial completo por equipo, notificación de revisiones pendientes o vencidas, panel de cumplimiento para la jefatura, reportes exportables y bitácora de auditoría.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4439900" y="3225105"/>
            <a:ext cx="2857500" cy="360432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4658975" y="7841159"/>
            <a:ext cx="2495550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90600" y="8982075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7039481" y="9324975"/>
            <a:ext cx="3341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7450" y="4037958"/>
            <a:ext cx="1902400" cy="19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143000" y="838200"/>
            <a:ext cx="176022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430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143000" y="3171825"/>
            <a:ext cx="1451991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una aplicación web que controle las mantenciones y revisiones periódicas de los equipos delicados de la Octava Compañía del cuerpo de bomberos de </a:t>
            </a:r>
            <a:r>
              <a:rPr b="1" lang="en-US" sz="5700">
                <a:solidFill>
                  <a:srgbClr val="FFFFFF"/>
                </a:solidFill>
              </a:rPr>
              <a:t>Talcahuano</a:t>
            </a: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143000" y="8107550"/>
            <a:ext cx="4953000" cy="573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43000" y="8753475"/>
            <a:ext cx="16002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143000" y="8991600"/>
            <a:ext cx="745617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6883360" y="9172575"/>
            <a:ext cx="3378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990600" y="2143125"/>
            <a:ext cx="5079950" cy="381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990600" y="2447925"/>
            <a:ext cx="41523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482030" y="2447925"/>
            <a:ext cx="181391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90600" y="3009900"/>
            <a:ext cx="5232349" cy="15311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Mejorar la trazabilidad del material menor, identificando cada elemento con un código único y registrando su categoría, ubicación y movimientos entre carros y cajoneras.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190625" y="8180189"/>
            <a:ext cx="407378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603950" y="2143125"/>
            <a:ext cx="5079950" cy="381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603950" y="2447925"/>
            <a:ext cx="41523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095374" y="2447925"/>
            <a:ext cx="17553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603950" y="3009900"/>
            <a:ext cx="5232349" cy="22776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Asegurar la cobertura semanal completa de las revisiones periódicas, asignándole a bomberos responsables mediante listas de verificación con registro de resultados, de modo que ningún equipo quede sin controlar dentro del plazo establecido.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803975" y="8180189"/>
            <a:ext cx="4224561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2217301" y="2143125"/>
            <a:ext cx="5079950" cy="381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2217301" y="2447925"/>
            <a:ext cx="41523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C4E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EC4E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2708723" y="2447925"/>
            <a:ext cx="4073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Control y visibilidad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2217301" y="3009900"/>
            <a:ext cx="5232349" cy="22776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Fortalecer el control de acceso y la visibilidad del cumplimiento, entregando a los usuarios acceso restringido por rol, notificaciones de revisiones pendientes y reportes que permitan a la jefatura conocer el estado real de los equipos.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2417326" y="8180189"/>
            <a:ext cx="3621122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90600" y="8982075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7035314" y="9324975"/>
            <a:ext cx="3382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125" y="6406050"/>
            <a:ext cx="2501061" cy="210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5475" y="6322198"/>
            <a:ext cx="2109300" cy="210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14325" y="6116250"/>
            <a:ext cx="2290950" cy="22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Alcance y limitaciones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990600" y="2105025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Incluye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90600" y="2705100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Gestión de usuarios por rol.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90600" y="3248025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Alta, edición y baja de material menor con código único.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90600" y="3790950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Búsqueda y filtros por ubicación, categoría y estado.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90600" y="4333875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Registro de movimientos entre carros y cajoneras.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90600" y="4876800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Definición y ejecución de planes de revisión.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90600" y="5419725"/>
            <a:ext cx="88099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Notificaciones de revisiones pendientes o vencidas.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990600" y="5962650"/>
            <a:ext cx="824930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Panel de indicadores, reportes exportables y bitácora de auditoría.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533037" y="2105025"/>
            <a:ext cx="38100" cy="506730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9571137" y="2105025"/>
            <a:ext cx="7726263" cy="5067300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9952137" y="2447925"/>
            <a:ext cx="76606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incluye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867062" y="3286125"/>
            <a:ext cx="766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Material mayor y vehículos.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867062" y="3862388"/>
            <a:ext cx="766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Integración con sistemas externos.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867012" y="4471988"/>
            <a:ext cx="766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Aplicación móvil nativa.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952137" y="4676775"/>
            <a:ext cx="76606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952137" y="5276850"/>
            <a:ext cx="6964200" cy="15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9952137" y="5276850"/>
            <a:ext cx="57150" cy="156775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0275987" y="5505450"/>
            <a:ext cx="70110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Restricción de operación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275987" y="5895975"/>
            <a:ext cx="6564925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 sistema funciona sobre la red, sin conexión permanente a internet no f</a:t>
            </a:r>
            <a:r>
              <a:rPr lang="en-US" sz="2100">
                <a:solidFill>
                  <a:srgbClr val="111111"/>
                </a:solidFill>
              </a:rPr>
              <a:t>uncionaria</a:t>
            </a: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990600" y="8982075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17039927" y="9324975"/>
            <a:ext cx="3336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Metodología y tecnologías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990600" y="2028825"/>
            <a:ext cx="7828979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Metodología tradicional en cascada. Cada etapa se cierra con un producto documentado y validado antes de iniciar la siguiente.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90600" y="3299371"/>
            <a:ext cx="7600950" cy="52387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990600" y="3299371"/>
            <a:ext cx="57150" cy="523875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238250" y="3413671"/>
            <a:ext cx="2140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528465" y="3423196"/>
            <a:ext cx="403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Levantamiento de requerimientos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371600" y="3899446"/>
            <a:ext cx="7219950" cy="52387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371600" y="3899446"/>
            <a:ext cx="57150" cy="523875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619250" y="4013746"/>
            <a:ext cx="2140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909465" y="4023271"/>
            <a:ext cx="29341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Análisis y especificación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752600" y="4499521"/>
            <a:ext cx="6838950" cy="52387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752600" y="4499521"/>
            <a:ext cx="57150" cy="523875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2000250" y="4613821"/>
            <a:ext cx="2140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290465" y="4623346"/>
            <a:ext cx="8563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133600" y="5099596"/>
            <a:ext cx="6457950" cy="52387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2133600" y="5099596"/>
            <a:ext cx="57150" cy="523875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2381250" y="5213896"/>
            <a:ext cx="2140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671465" y="5223421"/>
            <a:ext cx="162319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514600" y="5699671"/>
            <a:ext cx="6076950" cy="52387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2514600" y="5699671"/>
            <a:ext cx="57150" cy="523875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2762250" y="5813971"/>
            <a:ext cx="2140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052465" y="5823496"/>
            <a:ext cx="9998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895600" y="6299746"/>
            <a:ext cx="5695950" cy="52387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895600" y="6299746"/>
            <a:ext cx="57150" cy="523875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143250" y="6414046"/>
            <a:ext cx="2140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433465" y="6423571"/>
            <a:ext cx="24959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Implantación y cierre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124950" y="2028825"/>
            <a:ext cx="38100" cy="6663928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9696450" y="2028825"/>
            <a:ext cx="83610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696450" y="2524125"/>
            <a:ext cx="8361045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Aplicación web responsiva con enfoque mobile-first.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696450" y="3055590"/>
            <a:ext cx="7828979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Despliegue mediante contenedores Docker sobre un servidor local del cuartel.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696450" y="3947071"/>
            <a:ext cx="7828979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Base de datos con restricciones de integridad y respaldos periódicos con restauración verificada.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696450" y="4838551"/>
            <a:ext cx="8361045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Control de versiones en repositorio público de GitHub.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696450" y="5370016"/>
            <a:ext cx="7601100" cy="1743000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9944100" y="5579566"/>
            <a:ext cx="78162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1111"/>
                </a:solidFill>
              </a:rPr>
              <a:t>Framework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9944100" y="5989150"/>
            <a:ext cx="1292700" cy="400200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0096500" y="6065350"/>
            <a:ext cx="2074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11111"/>
                </a:solidFill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2371203" y="5989150"/>
            <a:ext cx="1783800" cy="400200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12464002" y="6046450"/>
            <a:ext cx="1873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11111"/>
                </a:solidFill>
              </a:rPr>
              <a:t>PostgreSQL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058263" y="6503350"/>
            <a:ext cx="1783800" cy="400200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1265013" y="6537275"/>
            <a:ext cx="1491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11111"/>
                </a:solidFill>
              </a:rPr>
              <a:t>Bootstrap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696450" y="7284541"/>
            <a:ext cx="1413570" cy="141357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1243370" y="7284541"/>
            <a:ext cx="1413570" cy="141357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2790289" y="7284541"/>
            <a:ext cx="1413570" cy="141357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4337209" y="7284541"/>
            <a:ext cx="1413570" cy="141357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5884128" y="7284541"/>
            <a:ext cx="1413570" cy="141357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8E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990600" y="8959453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1012875" y="9159464"/>
            <a:ext cx="187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Roles del equipo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227040" y="9159478"/>
            <a:ext cx="3995735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Renato Pomeri: jefe de proyecto y analista de requisitos.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563594" y="9159478"/>
            <a:ext cx="4480907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Fernando Molina: arquitecto de datos y desarrollador back end.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2371189" y="9159478"/>
            <a:ext cx="4254493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Fabián Fica: desarrollador front end y encargado de calidad.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7035165" y="9332714"/>
            <a:ext cx="338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1738" y="7360021"/>
            <a:ext cx="1142999" cy="1142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4375" y="7369788"/>
            <a:ext cx="1292576" cy="133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50725" y="7416457"/>
            <a:ext cx="1292700" cy="103011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13490625" y="6636850"/>
            <a:ext cx="1143000" cy="400200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pic>
        <p:nvPicPr>
          <p:cNvPr id="237" name="Google Shape;23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97700" y="7351963"/>
            <a:ext cx="1292576" cy="1292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14930725" y="6060513"/>
            <a:ext cx="1551000" cy="400200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</a:t>
            </a:r>
            <a:r>
              <a:rPr lang="en-US" sz="1500"/>
              <a:t>Docker</a:t>
            </a:r>
            <a:endParaRPr sz="1500"/>
          </a:p>
        </p:txBody>
      </p:sp>
      <p:pic>
        <p:nvPicPr>
          <p:cNvPr id="239" name="Google Shape;239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44550" y="7284575"/>
            <a:ext cx="1292700" cy="12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990600" y="838200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906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95250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86050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768501" y="2105025"/>
            <a:ext cx="946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67665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8465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492651" y="2105025"/>
            <a:ext cx="946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0080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30880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216801" y="2105025"/>
            <a:ext cx="946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12495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03295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940951" y="2105025"/>
            <a:ext cx="946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184910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275710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3665101" y="2105025"/>
            <a:ext cx="946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457325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5481250" y="2105025"/>
            <a:ext cx="94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6389251" y="2105025"/>
            <a:ext cx="946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90600" y="2809875"/>
            <a:ext cx="3594050" cy="1681758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219200" y="3019425"/>
            <a:ext cx="34505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Fase 1 · Semanas 1 a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219200" y="3390900"/>
            <a:ext cx="3230956" cy="9292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Definición del proyecto, levantamiento y especificación de requisitos.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622750" y="4682133"/>
            <a:ext cx="9950500" cy="1384697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4851350" y="4891683"/>
            <a:ext cx="104426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Fase 2 · Semanas 5 a 15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851350" y="5263158"/>
            <a:ext cx="9778099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Diseño del modelo de datos y de la arquitectura, construcción de los módulos, pruebas, despliegue en el cuartel y documentación.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4611350" y="6257330"/>
            <a:ext cx="2686050" cy="1978819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4839950" y="6466880"/>
            <a:ext cx="24517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Fase 3 · 16 a 18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4839950" y="6838355"/>
            <a:ext cx="2305050" cy="12263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Preparación y presentación del proyecto ante la comisión.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054376" y="8426648"/>
            <a:ext cx="190500" cy="1905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2678013" y="8750498"/>
            <a:ext cx="2943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Semana 4 Definición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9502676" y="8426648"/>
            <a:ext cx="190500" cy="1905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8126313" y="8750498"/>
            <a:ext cx="2943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Semana 10 Informe de avance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4042975" y="8426648"/>
            <a:ext cx="190500" cy="1905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12666613" y="8750498"/>
            <a:ext cx="2943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Semana 15 Informe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90600" y="8982075"/>
            <a:ext cx="16306800" cy="9525"/>
          </a:xfrm>
          <a:prstGeom prst="rect">
            <a:avLst/>
          </a:prstGeom>
          <a:solidFill>
            <a:srgbClr val="D6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17035314" y="9324975"/>
            <a:ext cx="3382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524000" y="838200"/>
            <a:ext cx="167640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Comentario final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524000" y="1628775"/>
            <a:ext cx="11430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2178368" y="2997696"/>
            <a:ext cx="13931265" cy="34057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FFFFFF"/>
                </a:solidFill>
              </a:rPr>
              <a:t>Detrás de cada revisión registrada hay un equipo que va a funcionar cuando alguien dependa de él para salir con vida. 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7143750" y="6822579"/>
            <a:ext cx="4000500" cy="57150"/>
          </a:xfrm>
          <a:prstGeom prst="rect">
            <a:avLst/>
          </a:prstGeom>
          <a:solidFill>
            <a:srgbClr val="8E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6949380" y="8496300"/>
            <a:ext cx="18106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418290" y="8496300"/>
            <a:ext cx="241408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737271" y="9296400"/>
            <a:ext cx="162946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duoc.cl/normasgraficas/normasgraficas/marca-duoc/6logo-fondo-transparente/fondo-transparente.png" id="295" name="Google Shape;29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950" y="7952775"/>
            <a:ext cx="4136600" cy="8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4925" y="7494575"/>
            <a:ext cx="2642300" cy="1802825"/>
          </a:xfrm>
          <a:prstGeom prst="rect">
            <a:avLst/>
          </a:prstGeom>
          <a:solidFill>
            <a:srgbClr val="141414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2026-09-06T20:50:49Z</dcterms:created>
  <dc:creator>PptxGenJS</dc:creator>
</cp:coreProperties>
</file>